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>
        <p:scale>
          <a:sx n="83" d="100"/>
          <a:sy n="83" d="100"/>
        </p:scale>
        <p:origin x="390" y="-16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송민서[ 학부재학 / 사이버국방학과 ]" userId="77a89118-ce08-49da-8d88-72d8892a6086" providerId="ADAL" clId="{07B7B555-920F-4B56-9EAF-7A273C1B5491}"/>
    <pc:docChg chg="undo custSel modSld">
      <pc:chgData name="송민서[ 학부재학 / 사이버국방학과 ]" userId="77a89118-ce08-49da-8d88-72d8892a6086" providerId="ADAL" clId="{07B7B555-920F-4B56-9EAF-7A273C1B5491}" dt="2026-03-18T08:00:50.180" v="351" actId="20577"/>
      <pc:docMkLst>
        <pc:docMk/>
      </pc:docMkLst>
      <pc:sldChg chg="modSp mod">
        <pc:chgData name="송민서[ 학부재학 / 사이버국방학과 ]" userId="77a89118-ce08-49da-8d88-72d8892a6086" providerId="ADAL" clId="{07B7B555-920F-4B56-9EAF-7A273C1B5491}" dt="2026-03-18T08:00:50.180" v="351" actId="20577"/>
        <pc:sldMkLst>
          <pc:docMk/>
          <pc:sldMk cId="1091659552" sldId="256"/>
        </pc:sldMkLst>
        <pc:graphicFrameChg chg="modGraphic">
          <ac:chgData name="송민서[ 학부재학 / 사이버국방학과 ]" userId="77a89118-ce08-49da-8d88-72d8892a6086" providerId="ADAL" clId="{07B7B555-920F-4B56-9EAF-7A273C1B5491}" dt="2026-03-18T08:00:50.180" v="351" actId="20577"/>
          <ac:graphicFrameMkLst>
            <pc:docMk/>
            <pc:sldMk cId="1091659552" sldId="256"/>
            <ac:graphicFrameMk id="4" creationId="{5B49C6EC-D1EC-8874-C9E0-F2BA66A161A5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B61931-C75B-45C4-8CC7-4EBBF63256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0502FE0-DD95-C9A7-80EC-98046C5558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75306B3-C036-ADB4-58A5-DD74410F6C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F86E4-EA58-4C82-9E19-A9C7C6F4055A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CC71C56-E0F8-8FB0-1FFE-1D4C9D086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0381532-AAAC-3E58-566D-B22B7EE4D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A1A45-B801-4D00-8B85-A67B0A94A4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43626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B99896-7287-0521-66F7-12BA702D2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FAACB48-2F9C-8878-BA9E-117B2E71AB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696787F-FE97-5C7B-DDE5-66F1BA0109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F86E4-EA58-4C82-9E19-A9C7C6F4055A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24E523A-3470-D36E-4D89-81B1C6CA9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6A7AFA6-806E-9D85-A317-FE026675A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A1A45-B801-4D00-8B85-A67B0A94A4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97782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F21D56-7E52-E7B9-A074-FB9C3B9790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1BF2689-73ED-81F5-8694-F52CEBF828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3B84530-1C76-F980-B750-957F198CFE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F86E4-EA58-4C82-9E19-A9C7C6F4055A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3FF00BC-F6B5-C8CA-9AFB-6CA5AFED2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55FE239-7831-C43C-E2F3-DBA327FB2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A1A45-B801-4D00-8B85-A67B0A94A4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9705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56A7CB-BBD6-CE8E-701E-4621BDD6DD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B6B9A6D-D8DC-CF96-BF18-53FD189BD3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1DE11BC-F883-2302-2C00-9FC79AC1CC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EF1F91B-F4F7-97C9-C5BC-45E9889676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F86E4-EA58-4C82-9E19-A9C7C6F4055A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CC7E37B-C4AC-CC3B-0FC3-CFCD08444C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57AF625-1489-6246-E888-4ADDF4065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A1A45-B801-4D00-8B85-A67B0A94A4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77552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979017-C493-1B9A-4D1B-9457791FB4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AE7069C-EEDF-1B86-7A20-A0A2FC7E4C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D197AE6-0590-D9F1-4C5E-EB0F3D77F1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6565144-9764-59D1-4F9F-235EE7D23A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F0FEDD0-4D5A-F3FA-B18A-F7DF673696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94B7044-6441-C734-26C6-12AE3D9FBE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F86E4-EA58-4C82-9E19-A9C7C6F4055A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B358CCD-F124-53C8-6C50-AD5B20C54B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50167ED-4DB6-E9EF-84EC-A9659A371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A1A45-B801-4D00-8B85-A67B0A94A4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87673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8B32E8-A37D-7960-C440-B8E0DF8B8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F7EF0C9-0FE5-EAC6-9B19-FA6EB2B64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F86E4-EA58-4C82-9E19-A9C7C6F4055A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3CC10B0-AC7F-C559-B7B7-BDAAA00A2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A1A002D-848B-A713-1AFF-A0321EF90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A1A45-B801-4D00-8B85-A67B0A94A4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81043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9DBA0B4-4CEC-E1AC-F5CD-81BD4BD6EC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F86E4-EA58-4C82-9E19-A9C7C6F4055A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EC939BF-2CD1-9F44-D327-A2053082E1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8D341FB-18C0-2737-DC57-93AAEDFC2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A1A45-B801-4D00-8B85-A67B0A94A4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52526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B9B517-3A3A-6F55-3C2D-F26D27E889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AFE2C31-988F-4C2C-A423-C78ADA9272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A5CE755-5535-6E60-6BCE-1C2157E1E6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7D78FE9-17F4-4A3C-2627-574A6ABEC0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F86E4-EA58-4C82-9E19-A9C7C6F4055A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DC8FDC4-02AD-425D-E6C8-1E31E14348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89FBC25-D4B4-6929-9CE0-C2E573C8F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A1A45-B801-4D00-8B85-A67B0A94A4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21950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22FFF5-0A3C-9766-07D1-8BF3142CD7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075493E-309A-9ABF-54C3-8C71774574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C3DDA77-53E5-F00C-7EC3-FC7606B3BE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CAA8DF6-8ED6-2672-42C7-84E739BBD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F86E4-EA58-4C82-9E19-A9C7C6F4055A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0C249A6-665C-7349-1D70-2E24BFCB19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EA14100-6B9F-88A2-0762-02BC22AA9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A1A45-B801-4D00-8B85-A67B0A94A4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14193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5CFEAC-BBF5-D509-5619-6473EB994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36CF364-B66A-F95A-839D-915C5FC578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6D29B60-ADAC-8E77-B07B-68AD449DC9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F86E4-EA58-4C82-9E19-A9C7C6F4055A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32EA0FE-0449-2705-9E51-6B5BAABBC0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E465A22-9E2B-3383-6A2B-EBD2EA34A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A1A45-B801-4D00-8B85-A67B0A94A4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76586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BAAB5E0-0319-A9EC-B2F9-97BE8EED0C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6713F33-C52A-78EE-82B9-7D364ADA10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7638412-E126-8E87-2B5F-A312AFED4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F86E4-EA58-4C82-9E19-A9C7C6F4055A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5095225-F5BE-5D95-0544-4FE255D9AE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9A4A8D7-FD77-F43E-679C-DAD7D912A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A1A45-B801-4D00-8B85-A67B0A94A4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93998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E70BEF8-7891-E501-D295-9CD579B0B7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6E2571A-4D94-63BD-462D-538B178989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EE1E362-8993-7D01-B1DF-ADA4A6598C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FF86E4-EA58-4C82-9E19-A9C7C6F4055A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026CF14-FDDF-B8F5-CD1D-6B0C4EC01D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7E5A570-D016-E758-8B98-A309E41974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6A1A45-B801-4D00-8B85-A67B0A94A4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10354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5B49C6EC-D1EC-8874-C9E0-F2BA66A161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8474999"/>
              </p:ext>
            </p:extLst>
          </p:nvPr>
        </p:nvGraphicFramePr>
        <p:xfrm>
          <a:off x="0" y="0"/>
          <a:ext cx="12192000" cy="72429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>
                  <a:extLst>
                    <a:ext uri="{9D8B030D-6E8A-4147-A177-3AD203B41FA5}">
                      <a16:colId xmlns:a16="http://schemas.microsoft.com/office/drawing/2014/main" val="2413426305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3668087084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322860625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1086115041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1085462602"/>
                    </a:ext>
                  </a:extLst>
                </a:gridCol>
              </a:tblGrid>
              <a:tr h="1242204">
                <a:tc>
                  <a:txBody>
                    <a:bodyPr/>
                    <a:lstStyle/>
                    <a:p>
                      <a:pPr algn="l" latinLnBrk="1"/>
                      <a:endParaRPr lang="ko-KR" altLang="en-US" sz="25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2500" dirty="0"/>
                        <a:t>OSI Model</a:t>
                      </a:r>
                      <a:endParaRPr lang="ko-KR" altLang="en-US" sz="25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2500" dirty="0"/>
                        <a:t>Layer</a:t>
                      </a:r>
                    </a:p>
                    <a:p>
                      <a:pPr algn="l" latinLnBrk="1"/>
                      <a:r>
                        <a:rPr lang="en-US" altLang="ko-KR" sz="2500" dirty="0"/>
                        <a:t>Number</a:t>
                      </a:r>
                      <a:endParaRPr lang="ko-KR" altLang="en-US" sz="25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2500" dirty="0"/>
                        <a:t>TCP/IP</a:t>
                      </a:r>
                    </a:p>
                    <a:p>
                      <a:pPr algn="l" latinLnBrk="1"/>
                      <a:r>
                        <a:rPr lang="en-US" altLang="ko-KR" sz="2500" dirty="0"/>
                        <a:t>Layer</a:t>
                      </a:r>
                      <a:endParaRPr lang="ko-KR" altLang="en-US" sz="25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2500" dirty="0"/>
                        <a:t>Other</a:t>
                      </a:r>
                    </a:p>
                    <a:p>
                      <a:pPr algn="l" latinLnBrk="1"/>
                      <a:r>
                        <a:rPr lang="en-US" altLang="ko-KR" sz="2500" dirty="0"/>
                        <a:t>Protocol</a:t>
                      </a:r>
                      <a:endParaRPr lang="ko-KR" altLang="en-US" sz="25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09935306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2500" dirty="0"/>
                        <a:t>Alligator</a:t>
                      </a:r>
                      <a:endParaRPr lang="ko-KR" altLang="en-US" sz="25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2500" dirty="0"/>
                        <a:t>Application</a:t>
                      </a:r>
                      <a:endParaRPr lang="ko-KR" altLang="en-US" sz="2500" dirty="0"/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algn="l" latinLnBrk="1"/>
                      <a:r>
                        <a:rPr lang="en-US" altLang="ko-KR" sz="2500" dirty="0"/>
                        <a:t>L7(Firewall)</a:t>
                      </a:r>
                      <a:endParaRPr lang="ko-KR" altLang="en-US" sz="2500" dirty="0"/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algn="l" latinLnBrk="1"/>
                      <a:r>
                        <a:rPr lang="en-US" altLang="ko-KR" sz="2500" dirty="0"/>
                        <a:t>HTTP</a:t>
                      </a:r>
                      <a:endParaRPr lang="ko-KR" altLang="en-US" sz="2500" dirty="0"/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algn="l" latinLnBrk="1"/>
                      <a:r>
                        <a:rPr lang="en-US" altLang="ko-KR" sz="2500" dirty="0"/>
                        <a:t>HTTPS, FTP, Telnet, SSH, DNS, …</a:t>
                      </a:r>
                      <a:endParaRPr lang="ko-KR" altLang="en-US" sz="25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8357559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2500" dirty="0"/>
                        <a:t>Pet</a:t>
                      </a:r>
                      <a:endParaRPr lang="ko-KR" altLang="en-US" sz="25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2500" dirty="0"/>
                        <a:t>Presentation</a:t>
                      </a:r>
                      <a:endParaRPr lang="ko-KR" altLang="en-US" sz="25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25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25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25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4264630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2500" dirty="0"/>
                        <a:t>Steve’s</a:t>
                      </a:r>
                      <a:endParaRPr lang="ko-KR" altLang="en-US" sz="25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2500" dirty="0"/>
                        <a:t>Session</a:t>
                      </a:r>
                      <a:endParaRPr lang="ko-KR" altLang="en-US" sz="25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25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25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25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66558341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2500" dirty="0"/>
                        <a:t>Touch</a:t>
                      </a:r>
                      <a:endParaRPr lang="ko-KR" altLang="en-US" sz="25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2500" dirty="0"/>
                        <a:t>Transport</a:t>
                      </a:r>
                      <a:endParaRPr lang="ko-KR" altLang="en-US" sz="25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2500" dirty="0"/>
                        <a:t>L4(NAT)</a:t>
                      </a:r>
                      <a:endParaRPr lang="ko-KR" altLang="en-US" sz="25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2500" dirty="0"/>
                        <a:t>TCP</a:t>
                      </a:r>
                      <a:endParaRPr lang="ko-KR" altLang="en-US" sz="25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2500" dirty="0"/>
                        <a:t>UDP, ICMP(?)</a:t>
                      </a:r>
                      <a:endParaRPr lang="ko-KR" altLang="en-US" sz="25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67034926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2500" dirty="0"/>
                        <a:t>Not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2500" dirty="0"/>
                        <a:t>Network</a:t>
                      </a:r>
                      <a:endParaRPr lang="ko-KR" altLang="en-US" sz="25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2500" dirty="0"/>
                        <a:t>L3(Router)</a:t>
                      </a:r>
                      <a:endParaRPr lang="ko-KR" altLang="en-US" sz="25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2500" dirty="0"/>
                        <a:t>IP</a:t>
                      </a:r>
                      <a:endParaRPr lang="ko-KR" altLang="en-US" sz="25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2500" dirty="0"/>
                        <a:t>IP6, ARP(?)</a:t>
                      </a:r>
                      <a:endParaRPr lang="ko-KR" altLang="en-US" sz="25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16094382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2500" dirty="0"/>
                        <a:t>Do</a:t>
                      </a:r>
                      <a:endParaRPr lang="ko-KR" altLang="en-US" sz="25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2500" dirty="0"/>
                        <a:t>Data Link</a:t>
                      </a:r>
                      <a:endParaRPr lang="ko-KR" altLang="en-US" sz="25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2500" dirty="0"/>
                        <a:t>L2(Switch)</a:t>
                      </a:r>
                      <a:endParaRPr lang="ko-KR" altLang="en-US" sz="25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2500" dirty="0"/>
                        <a:t>Ethernet</a:t>
                      </a:r>
                      <a:endParaRPr lang="ko-KR" altLang="en-US" sz="25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2500" dirty="0"/>
                        <a:t>PPP, HDLC, …</a:t>
                      </a:r>
                      <a:endParaRPr lang="ko-KR" altLang="en-US" sz="25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50061045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2500" dirty="0"/>
                        <a:t>Please</a:t>
                      </a:r>
                      <a:endParaRPr lang="ko-KR" altLang="en-US" sz="25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2500" dirty="0"/>
                        <a:t>Physical</a:t>
                      </a:r>
                      <a:endParaRPr lang="ko-KR" altLang="en-US" sz="25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25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25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25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68306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916595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7887D6A60CBB7C47A21234B39F0F027D" ma:contentTypeVersion="4" ma:contentTypeDescription="새 문서를 만듭니다." ma:contentTypeScope="" ma:versionID="1bafb0128ace0a1e7364b230af3307cd">
  <xsd:schema xmlns:xsd="http://www.w3.org/2001/XMLSchema" xmlns:xs="http://www.w3.org/2001/XMLSchema" xmlns:p="http://schemas.microsoft.com/office/2006/metadata/properties" xmlns:ns3="2dcc8c0d-0fe0-4d27-81aa-388c6e183c6b" targetNamespace="http://schemas.microsoft.com/office/2006/metadata/properties" ma:root="true" ma:fieldsID="257adc5e00a5572886658a66a4edf2f9" ns3:_="">
    <xsd:import namespace="2dcc8c0d-0fe0-4d27-81aa-388c6e183c6b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dcc8c0d-0fe0-4d27-81aa-388c6e183c6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36220DC-01EB-4847-B09E-C12EC411ACB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dcc8c0d-0fe0-4d27-81aa-388c6e183c6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89467C4-2B9D-4B0B-88D3-2C50F38CC58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07727AA-5F31-4976-A6E4-FA6EE2A19B83}">
  <ds:schemaRefs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schemas.microsoft.com/office/2006/documentManagement/types"/>
    <ds:schemaRef ds:uri="2dcc8c0d-0fe0-4d27-81aa-388c6e183c6b"/>
    <ds:schemaRef ds:uri="http://schemas.openxmlformats.org/package/2006/metadata/core-properties"/>
    <ds:schemaRef ds:uri="http://purl.org/dc/dcmitype/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69</Words>
  <Application>Microsoft Office PowerPoint</Application>
  <PresentationFormat>와이드스크린</PresentationFormat>
  <Paragraphs>33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송민서[ 학부재학 / 사이버국방학과 ]</dc:creator>
  <cp:lastModifiedBy>송민서[ 학부재학 / 사이버국방학과 ]</cp:lastModifiedBy>
  <cp:revision>1</cp:revision>
  <dcterms:created xsi:type="dcterms:W3CDTF">2026-03-18T07:42:57Z</dcterms:created>
  <dcterms:modified xsi:type="dcterms:W3CDTF">2026-03-18T08:00:58Z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0x0101007887D6A60CBB7C47A21234B39F0F027D</vt:lpwstr>
  </property>
</Properties>
</file>